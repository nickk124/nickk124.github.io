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1A1A"/>
                </a:solidFill>
                <a:latin typeface="Arial"/>
              </a:rPr>
              <a:t>ENCODE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777777"/>
                </a:solidFill>
                <a:latin typeface="Arial"/>
              </a:rPr>
              <a:t>8/16   (covering 8/04 - 8/16)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Slides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1. Headline — the downstream gap was created by Stage-B, and KD recovers 64% of it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2. Where we stand vs AlphaGenome, by task family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3. Why the KD anchor is z-MSE2 and not z-MSE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4. Efficiency — latency, memory, and the context frontier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5. Signal prediction — we beat off-the-shelf AG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6. Mechanism — KD anchors to AG, so it cannot pass AG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7. Two regimes — Stage-B destroys short-range, but TEACHES long-range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8. Variant effect is a SEPARATE gap — KD does not transfer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9. Variant-aware KD — the last untried piece of AG's recipe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10. Negative results, stated plainly (incl. 4 Mb long context)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11. The recipe, end to end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12.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Headline: the deficit is created by Stage-B — and KD recovers most of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Diagnosis (8/06): </a:t>
            </a:r>
            <a:r>
              <a:rPr sz="1600" b="1">
                <a:solidFill>
                  <a:srgbClr val="1A1A1A"/>
                </a:solidFill>
                <a:latin typeface="Arial"/>
              </a:rPr>
              <a:t>Stage-A distillation ALREADY matches AG</a:t>
            </a:r>
            <a:r>
              <a:rPr sz="1600" b="0">
                <a:solidFill>
                  <a:srgbClr val="1A1A1A"/>
                </a:solidFill>
                <a:latin typeface="Arial"/>
              </a:rPr>
              <a:t> on downstream probes (mean −0.0022). </a:t>
            </a:r>
            <a:r>
              <a:rPr sz="1600" b="1">
                <a:solidFill>
                  <a:srgbClr val="1A1A1A"/>
                </a:solidFill>
                <a:latin typeface="Arial"/>
              </a:rPr>
              <a:t>Stage-B signal training destroys it</a:t>
            </a:r>
            <a:r>
              <a:rPr sz="1600" b="0">
                <a:solidFill>
                  <a:srgbClr val="1A1A1A"/>
                </a:solidFill>
                <a:latin typeface="Arial"/>
              </a:rPr>
              <a:t> (−0.0222). Monotone decay on 5 of 5 tasks.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So the fix is not more supervision — it is </a:t>
            </a:r>
            <a:r>
              <a:rPr sz="1600" b="1">
                <a:solidFill>
                  <a:srgbClr val="1A1A1A"/>
                </a:solidFill>
                <a:latin typeface="Arial"/>
              </a:rPr>
              <a:t>preservation</a:t>
            </a:r>
            <a:r>
              <a:rPr sz="1600" b="0">
                <a:solidFill>
                  <a:srgbClr val="1A1A1A"/>
                </a:solidFill>
                <a:latin typeface="Arial"/>
              </a:rPr>
              <a:t>. Keep a small feature-KD term against the frozen AG teacher DURING Stage-B.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Result: mean gap to AG −0.0222 → </a:t>
            </a:r>
            <a:r>
              <a:rPr sz="1600" b="1">
                <a:solidFill>
                  <a:srgbClr val="2E7D32"/>
                </a:solidFill>
                <a:latin typeface="Arial"/>
              </a:rPr>
              <a:t>−0.0079</a:t>
            </a:r>
            <a:r>
              <a:rPr sz="1600" b="0">
                <a:solidFill>
                  <a:srgbClr val="1A1A1A"/>
                </a:solidFill>
                <a:latin typeface="Arial"/>
              </a:rPr>
              <a:t> = </a:t>
            </a:r>
            <a:r>
              <a:rPr sz="1600" b="1">
                <a:solidFill>
                  <a:srgbClr val="2E7D32"/>
                </a:solidFill>
                <a:latin typeface="Arial"/>
              </a:rPr>
              <a:t>64% of the deficit recovered</a:t>
            </a:r>
            <a:r>
              <a:rPr sz="1600" b="0">
                <a:solidFill>
                  <a:srgbClr val="1A1A1A"/>
                </a:solidFill>
                <a:latin typeface="Arial"/>
              </a:rPr>
              <a:t>.  In relative terms −2.42% → −0.86% of AG.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Not paid for in signal — signal IMPROVES: isec </a:t>
            </a:r>
            <a:r>
              <a:rPr sz="1600" b="1">
                <a:solidFill>
                  <a:srgbClr val="2E7D32"/>
                </a:solidFill>
                <a:latin typeface="Arial"/>
              </a:rPr>
              <a:t>+0.0112</a:t>
            </a:r>
            <a:r>
              <a:rPr sz="1600" b="0">
                <a:solidFill>
                  <a:srgbClr val="1A1A1A"/>
                </a:solidFill>
                <a:latin typeface="Arial"/>
              </a:rPr>
              <a:t> over an epoch-matched control, CI [+0.0106, +0.0118].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Biggest single win — splice returns to Stage-A parity (0.9523 vs 0.9519); its gap to AG collapses from −0.0349 to −0.0030.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KD is only </a:t>
            </a:r>
            <a:r>
              <a:rPr sz="1600" b="1">
                <a:solidFill>
                  <a:srgbClr val="1A1A1A"/>
                </a:solidFill>
                <a:latin typeface="Arial"/>
              </a:rPr>
              <a:t>~2.5% of the training loss</a:t>
            </a:r>
            <a:r>
              <a:rPr sz="1600" b="0">
                <a:solidFill>
                  <a:srgbClr val="1A1A1A"/>
                </a:solidFill>
                <a:latin typeface="Arial"/>
              </a:rPr>
              <a:t>. Signal training still does the work; KD just stops the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Arial"/>
              </a:rPr>
              <a:t>Probes: matched hardN, max_samples 4000, model_bp 128, chip at 5 EVAL_SEEDs. isec: fold0, 2048 ag_7k_isec tracks, paired bootstrap over tracks B=10k.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Where we stand vs AlphaGenome — by task family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01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280160"/>
                <a:gridCol w="1280160"/>
                <a:gridCol w="1371600"/>
                <a:gridCol w="2697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task family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our best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AG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relative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Signal prediction (isec)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0.6500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0.6370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+0.0130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AHEAD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5 short-range probe tasks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−0.0079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−0.9%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effectively at parity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encode_re2g (10-100 kb)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0.8751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0.9104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−0.0353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−3.9%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behind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crispri_enhancer (10-100 kb)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0.7722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0.8319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−0.0597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−7.2%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behind (27 pos.)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caQTL (variant effect)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0.5956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0.7127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−0.1171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−16.4%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far behind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bQTL (variant effect)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0.6385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0.8218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−0.1833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−22.3%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far behind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754880"/>
            <a:ext cx="10972800" cy="196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The honest split: </a:t>
            </a:r>
            <a:r>
              <a:rPr sz="1500" b="1">
                <a:solidFill>
                  <a:srgbClr val="2E7D32"/>
                </a:solidFill>
                <a:latin typeface="Arial"/>
              </a:rPr>
              <a:t>we are at or ahead of AG on signal and short-range probes</a:t>
            </a:r>
            <a:r>
              <a:rPr sz="1500" b="0">
                <a:solidFill>
                  <a:srgbClr val="1A1A1A"/>
                </a:solidFill>
                <a:latin typeface="Arial"/>
              </a:rPr>
              <a:t>, modestly behind on long-range perturbation, and </a:t>
            </a:r>
            <a:r>
              <a:rPr sz="1500" b="1">
                <a:solidFill>
                  <a:srgbClr val="B32A2A"/>
                </a:solidFill>
                <a:latin typeface="Arial"/>
              </a:rPr>
              <a:t>far behind on variant effect</a:t>
            </a:r>
            <a:r>
              <a:rPr sz="15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Those three families have turned out to need three DIFFERENT fixes — the rest of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Arial"/>
              </a:rPr>
              <a:t>Long-range = kd ep6 vs AG off-shelf. VEP = 1bp-stitch readout; the two arms scored variant sets ~3% apart with no variant IDs, so magnitudes are soft, direction is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Why the KD anchor is z-MSE2, not z-MSE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Both compare student and teacher features. They differ in what they CHARGE for.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z-MSE</a:t>
            </a:r>
            <a:r>
              <a:rPr sz="1700" b="0">
                <a:solidFill>
                  <a:srgbClr val="1A1A1A"/>
                </a:solidFill>
                <a:latin typeface="Arial"/>
              </a:rPr>
              <a:t> standardises the TEACHER only — so the student is penalised for both structure AND overall magnitude.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z-MSE2</a:t>
            </a:r>
            <a:r>
              <a:rPr sz="1700" b="0">
                <a:solidFill>
                  <a:srgbClr val="1A1A1A"/>
                </a:solidFill>
                <a:latin typeface="Arial"/>
              </a:rPr>
              <a:t> z-scores BOTH sides — it charges only for </a:t>
            </a:r>
            <a:r>
              <a:rPr sz="1700" b="1">
                <a:solidFill>
                  <a:srgbClr val="1A1A1A"/>
                </a:solidFill>
                <a:latin typeface="Arial"/>
              </a:rPr>
              <a:t>structure</a:t>
            </a:r>
            <a:r>
              <a:rPr sz="1700" b="0">
                <a:solidFill>
                  <a:srgbClr val="1A1A1A"/>
                </a:solidFill>
                <a:latin typeface="Arial"/>
              </a:rPr>
              <a:t>, ignoring scale.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971800"/>
          <a:ext cx="11201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108960"/>
                <a:gridCol w="333756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anchor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Stage-A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Stage-B converged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apparent drift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z-MSE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0.0756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3.4748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46.0x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z-MSE2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0.0738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0.7861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728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Most of z-MSE's 46x 'forgetting' is benign RESCALING, not lost information — z-MSE2 shows the real structural drift is 10.7x.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This matters because the downstream probes run StandardScaler: </a:t>
            </a:r>
            <a:r>
              <a:rPr sz="1500" b="1">
                <a:solidFill>
                  <a:srgbClr val="1A1A1A"/>
                </a:solidFill>
                <a:latin typeface="Arial"/>
              </a:rPr>
              <a:t>scale is invisible to them</a:t>
            </a:r>
            <a:r>
              <a:rPr sz="1500" b="0">
                <a:solidFill>
                  <a:srgbClr val="1A1A1A"/>
                </a:solidFill>
                <a:latin typeface="Arial"/>
              </a:rPr>
              <a:t>, so charging for it optimises the wrong thing.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Consequence: lambda moves ~5x with the anchor (z-MSE about 1, z-MSE2 4.6 → we use 5.0). z-MSE2 is now the default.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Efficiency — and a capability AG's architecture forecloses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3200400"/>
                <a:gridCol w="37947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context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our student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AlphaGenome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1 Mb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97 ms / 6.3 GB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401 ms / 9.8 GB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4.1x faster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2 Mb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230 ms / 10.3 GB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1255 ms / 27.4 GB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5.5x faster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4 Mb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516 ms / 18.3 GB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GPU OOM → CPU 3052 s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~5900x faster than off-GPU AG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8 Mb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1056 ms / 34.4 GB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OOM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AG cannot run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17 Mb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2124 ms / 66.5 GB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OOM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AG cannot run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297680"/>
            <a:ext cx="10972800" cy="242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The SSM is linear in sequence length; AG's attention is quadratic and OOMs past 2 Mb. Beyond that AG only runs by leaving the GPU entirely.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Stage-B trains in 72.7 min/epoch on 4x GH200. Student 318M params vs AG 286M — the speedup is architectural, not a smaller model.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Caveat we now know: </a:t>
            </a:r>
            <a:r>
              <a:rPr sz="1500" b="1">
                <a:solidFill>
                  <a:srgbClr val="1A1A1A"/>
                </a:solidFill>
                <a:latin typeface="Arial"/>
              </a:rPr>
              <a:t>longer context does not currently BUY us anything</a:t>
            </a:r>
            <a:r>
              <a:rPr sz="1500" b="0">
                <a:solidFill>
                  <a:srgbClr val="1A1A1A"/>
                </a:solidFill>
                <a:latin typeface="Arial"/>
              </a:rPr>
              <a:t> (slide 10). The efficiency claim stands on speed and memory, not on 17 Mb being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Arial"/>
              </a:rPr>
              <a:t>Forward-pass latency, 3-iteration mean, one GPU, both randomly initialised (compute is weight-independent). Source: results/efficiency_student_vs_ag.md.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Signal prediction: we beat off-the-shelf AlphaGenome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371600"/>
                <a:gridCol w="2286000"/>
                <a:gridCol w="24231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delta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95% CI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ep12 (0.6500) vs epoch-matched control (0.6388)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+0.0112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[+0.0106, +0.0118]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adds signal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ep12 vs AG off-the-shelf (0.6370)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+0.0130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[+0.0097, +0.0164]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we are ahead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control alone vs AG off-the-shelf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+0.0018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spans zero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not significant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ep12 vs head-matched AG (0.687)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−0.0369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still behind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023360"/>
            <a:ext cx="1097280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Arial"/>
              </a:rPr>
              <a:t>KD is what turns parity into a win</a:t>
            </a:r>
            <a:r>
              <a:rPr sz="1500" b="0">
                <a:solidFill>
                  <a:srgbClr val="1A1A1A"/>
                </a:solidFill>
                <a:latin typeface="Arial"/>
              </a:rPr>
              <a:t> — the control alone is not statistically distinguishable from AG.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Three AG references exist and must never be conflated: </a:t>
            </a:r>
            <a:r>
              <a:rPr sz="1500" b="1">
                <a:solidFill>
                  <a:srgbClr val="1A1A1A"/>
                </a:solidFill>
                <a:latin typeface="Arial"/>
              </a:rPr>
              <a:t>off-the-shelf 0.637</a:t>
            </a:r>
            <a:r>
              <a:rPr sz="1500" b="0">
                <a:solidFill>
                  <a:srgbClr val="1A1A1A"/>
                </a:solidFill>
                <a:latin typeface="Arial"/>
              </a:rPr>
              <a:t> (what you would actually deploy), </a:t>
            </a:r>
            <a:r>
              <a:rPr sz="1500" b="1">
                <a:solidFill>
                  <a:srgbClr val="1A1A1A"/>
                </a:solidFill>
                <a:latin typeface="Arial"/>
              </a:rPr>
              <a:t>frozen encoder + our head 0.687</a:t>
            </a:r>
            <a:r>
              <a:rPr sz="1500" b="0">
                <a:solidFill>
                  <a:srgbClr val="1A1A1A"/>
                </a:solidFill>
                <a:latin typeface="Arial"/>
              </a:rPr>
              <a:t>, full fine-tune + our head 0.692.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Against the head-matched reference we remain −0.0369. So: we beat the deployable AG, we do not yet beat AG's encoder given the same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Arial"/>
              </a:rPr>
              <a:t>Paired bootstrap over TRACKS joined on accession, B=10,000, 2048 tracks, fold0. Row order differs between dumps, so positional pairing would mispair every track.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Mechanism: KD anchors to the AG teacher — so it cannot pass 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Prediction: KD helps on a task if and only if AG is BETTER than us there. On the one task where our student already beats AG, KD should HURT.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deepsea_919 is exactly that task (Stage-A +0.0065 over AG) — and it is the only one KD hurts.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Out-of-sample test this week: the freeze arm uses NO KD. Normalising each arm by its own overall damage (deepsea gap minus that arm's mean gap on the other 4 tasks):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3154680"/>
          <a:ext cx="112013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63040"/>
                <a:gridCol w="2651760"/>
                <a:gridCol w="2011680"/>
                <a:gridCol w="1874519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uses KD?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mean gap (other 4)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deepsea gap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deviation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Stage-A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−0.0044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+0.0065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+0.0109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control (no preservation)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−0.0228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−0.0198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+0.0030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encoder-LR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−0.0183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−0.0126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+0.0056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ep6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−0.0046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−0.0210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−0.0164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kd ep12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−0.0050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−0.0253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−0.0204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03520"/>
            <a:ext cx="109728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Every non-KD arm SPARES deepsea; both KD arms disproportionately hurt it. </a:t>
            </a:r>
            <a:r>
              <a:rPr sz="1500" b="1">
                <a:solidFill>
                  <a:srgbClr val="2E7D32"/>
                </a:solidFill>
                <a:latin typeface="Arial"/>
              </a:rPr>
              <a:t>The mechanism is confirmed on 5 of 6 arms</a:t>
            </a:r>
            <a:r>
              <a:rPr sz="1500" b="0">
                <a:solidFill>
                  <a:srgbClr val="1A1A1A"/>
                </a:solidFill>
                <a:latin typeface="Arial"/>
              </a:rPr>
              <a:t> — so KD closes the gap to AG but cannot carry us past 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  <a:latin typeface="Arial"/>
              </a:rPr>
              <a:t>Freeze arm (also no KD) is the one exception at −0.0123 and is unexplained; deepsea has no CI (919-feature mean, incompatible dump layouts), so we do not lean on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Two regimes: Stage-B destroys short-range but TEACHES long-range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71600"/>
          <a:ext cx="11201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920240"/>
                <a:gridCol w="173736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Stage-A only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control (Stage-B)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kd (preserved)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Stage-B does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5 short-range probes (mean gap)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−0.0022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−0.0222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−0.0079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DESTROYS - Stage-A is the ceiling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encode_re2g (10-100 kb)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0.7649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0.8455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0.8751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TEACHES  (+0.081 over Stage-A)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crispri_enhancer (10-100 kb)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0.7061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0.7448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0.7722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TEACHES  (+0.039 over Stage-A)</a:t>
                      </a:r>
                    </a:p>
                  </a:txBody>
                  <a:tcPr marT="12700" marB="12700" marL="50800" marR="50800" anchor="ctr">
                    <a:solidFill>
                      <a:srgbClr val="ECF6E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474720"/>
            <a:ext cx="109728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This overturns the simple story.</a:t>
            </a:r>
            <a:r>
              <a:rPr sz="1500" b="0">
                <a:solidFill>
                  <a:srgbClr val="1A1A1A"/>
                </a:solidFill>
                <a:latin typeface="Arial"/>
              </a:rPr>
              <a:t> Stage-A is NOT uniformly better — it is the ceiling only for short-range tasks. On 10-100 kb regulation, Stage-A is far BELOW Stage-B.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So Stage-B is not optional and cannot be skipped: it is where long-range regulation is learned. AG cannot teach it because AG's own supervision is what we distil from.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KD amplifies the win rather than blunting it: +0.030 and +0.027 over the epoch-matched control on those same two rows — larger than any short-range gain.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Practical consequence: </a:t>
            </a:r>
            <a:r>
              <a:rPr sz="1500" b="1">
                <a:solidFill>
                  <a:srgbClr val="1A1A1A"/>
                </a:solidFill>
                <a:latin typeface="Arial"/>
              </a:rPr>
              <a:t>checkpoint selection matters</a:t>
            </a:r>
            <a:r>
              <a:rPr sz="1500" b="0">
                <a:solidFill>
                  <a:srgbClr val="1A1A1A"/>
                </a:solidFill>
                <a:latin typeface="Arial"/>
              </a:rPr>
              <a:t>. ep6 beats ep12 on every probe task; more Stage-B keeps helping long-range and keeps hurting short-range.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Variant effect is a SEPARATE gap — the encoder gain does not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Pre-registered test, written into the job script before the run: KD improved this exact encoder by +0.0112 isec. Does that gain show up in variant effect?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148840"/>
          <a:ext cx="11201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91840"/>
                <a:gridCol w="3337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caQTL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bQTL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AG off-the-shelf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0.7127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0.8218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control ep12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0.6051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0.6785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kd ep12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0.5956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0.6385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kd − control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−0.0095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Arial"/>
                        </a:rPr>
                        <a:t>−0.0400</a:t>
                      </a:r>
                    </a:p>
                  </a:txBody>
                  <a:tcPr marT="12700" marB="12700" marL="50800" marR="50800" anchor="ctr">
                    <a:solidFill>
                      <a:srgbClr val="FB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B32A2A"/>
                </a:solidFill>
                <a:latin typeface="Arial"/>
              </a:rPr>
              <a:t>It does not transfer.</a:t>
            </a:r>
            <a:r>
              <a:rPr sz="1500" b="0">
                <a:solidFill>
                  <a:srgbClr val="1A1A1A"/>
                </a:solidFill>
                <a:latin typeface="Arial"/>
              </a:rPr>
              <a:t> Both point estimates are LOWER, and both fall inside the control's own confidence interval.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Not a stitch artefact — the KD seam was if anything better (parity 0.9908 vs 0.9887).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So isec and VEP are TWO gaps, not one.</a:t>
            </a:r>
            <a:r>
              <a:rPr sz="1500" b="0">
                <a:solidFill>
                  <a:srgbClr val="1A1A1A"/>
                </a:solidFill>
                <a:latin typeface="Arial"/>
              </a:rPr>
              <a:t> Pushing KD harder will not touch variant effect. Both candidate levers are now eliminated: the readout (Test B held AG's own decoder constant and the gap persisted) and preservation.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Stated plainly: we do not currently have a confirmed lever for variant effect.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Variant-aware KD — the last untried piece of AG's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Motivation by elimination + literature: AG trains with </a:t>
            </a:r>
            <a:r>
              <a:rPr sz="1500" b="1">
                <a:solidFill>
                  <a:srgbClr val="1A1A1A"/>
                </a:solidFill>
                <a:latin typeface="Arial"/>
              </a:rPr>
              <a:t>4% base substitutions and Poisson indels/inversions of 1-20 bp</a:t>
            </a:r>
            <a:r>
              <a:rPr sz="1500" b="0">
                <a:solidFill>
                  <a:srgbClr val="1A1A1A"/>
                </a:solidFill>
                <a:latin typeface="Arial"/>
              </a:rPr>
              <a:t>. Their own ablation prices it at −0.06 eQTL-sign.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Mechanism fit: VEP is a REF-vs-ALT </a:t>
            </a:r>
            <a:r>
              <a:rPr sz="1500" b="1">
                <a:solidFill>
                  <a:srgbClr val="1A1A1A"/>
                </a:solidFill>
                <a:latin typeface="Arial"/>
              </a:rPr>
              <a:t>delta</a:t>
            </a:r>
            <a:r>
              <a:rPr sz="1500" b="0">
                <a:solidFill>
                  <a:srgbClr val="1A1A1A"/>
                </a:solidFill>
                <a:latin typeface="Arial"/>
              </a:rPr>
              <a:t>, and our student has never seen a non-reference base in either training stage — so its ALT response is off-distribution.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Built as variant-aware KD: student and frozen AG teacher both see the SAME mutated copy, while the signal loss keeps the clean sequence. Implemented as a [clean; mutated] batch-concat through ONE forward — two forwards is the pattern that killed the freeze arm under DDP.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The premise is CONFIRMED, not assumed: </a:t>
            </a:r>
            <a:r>
              <a:rPr sz="1500" b="0">
                <a:solidFill>
                  <a:srgbClr val="1A1A1A"/>
                </a:solidFill>
                <a:latin typeface="Arial"/>
              </a:rPr>
              <a:t>at production scale the student's KD loss on mutated input is </a:t>
            </a:r>
            <a:r>
              <a:rPr sz="1500" b="1">
                <a:solidFill>
                  <a:srgbClr val="2E7D32"/>
                </a:solidFill>
                <a:latin typeface="Arial"/>
              </a:rPr>
              <a:t>1.39x-1.73x</a:t>
            </a:r>
            <a:r>
              <a:rPr sz="1500" b="0">
                <a:solidFill>
                  <a:srgbClr val="1A1A1A"/>
                </a:solidFill>
                <a:latin typeface="Arial"/>
              </a:rPr>
              <a:t> its loss on clean input. The variant response really is off-distribution — a real, trainable gap.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Cost so far (val r vs plain KD): ep4 −0.0056, ep5 −0.0072, ep6 −0.0110 — and widening. It must buy variant performance to justify itself.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Verdict rule fixed BEFORE the data: beats control on both assays → this is the VEP lever, scale it. Lands near plain KD → mutation adds nothing and VEP stays open.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Negative results,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32A2A"/>
                </a:solidFill>
                <a:latin typeface="Arial"/>
              </a:rPr>
              <a:t>4 Mb long context buys nothing.</a:t>
            </a:r>
            <a:r>
              <a:rPr sz="1600" b="0">
                <a:solidFill>
                  <a:srgbClr val="1A1A1A"/>
                </a:solidFill>
                <a:latin typeface="Arial"/>
              </a:rPr>
              <a:t> Supervision-matched centre-crop design (loss on the same centre 8192 bins, so the only difference is flanking context), scored on identical windows: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194560"/>
          <a:ext cx="11201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286000"/>
                <a:gridCol w="2194560"/>
                <a:gridCol w="251460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matched epoch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4 Mb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1 Mb control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paired delta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95% CI</a:t>
                      </a:r>
                    </a:p>
                  </a:txBody>
                  <a:tcPr marT="12700" marB="12700" marL="50800" marR="50800" anchor="ctr">
                    <a:solidFill>
                      <a:srgbClr val="2B32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0.5529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0.5675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−0.0146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[−0.0155, −0.0138]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0.6082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0.6131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−0.0049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[−0.0053, −0.0044]</a:t>
                      </a:r>
                    </a:p>
                  </a:txBody>
                  <a:tcPr marT="12700" marB="12700" marL="50800" marR="508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0.6257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0.6266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−0.0009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[−0.0013, −0.0005]</a:t>
                      </a:r>
                    </a:p>
                  </a:txBody>
                  <a:tcPr marT="12700" marB="12700" marL="50800" marR="50800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86200"/>
            <a:ext cx="10972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The gap decays but DECELERATES (~2.5x per rung) and never crosses zero → converges to parity at best, for </a:t>
            </a:r>
            <a:r>
              <a:rPr sz="1400" b="1">
                <a:solidFill>
                  <a:srgbClr val="B32A2A"/>
                </a:solidFill>
                <a:latin typeface="Arial"/>
              </a:rPr>
              <a:t>4.1x the compute</a:t>
            </a:r>
            <a:r>
              <a:rPr sz="1400" b="0">
                <a:solidFill>
                  <a:srgbClr val="1A1A1A"/>
                </a:solidFill>
                <a:latin typeface="Arial"/>
              </a:rPr>
              <a:t> (5.25 vs 1.28 h/epoch). Confirms the earlier reasoning-only verdict, now measured.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B32A2A"/>
                </a:solidFill>
                <a:latin typeface="Arial"/>
              </a:rPr>
              <a:t>Freezing the encoder is not preservation.</a:t>
            </a:r>
            <a:r>
              <a:rPr sz="1400" b="0">
                <a:solidFill>
                  <a:srgbClr val="1A1A1A"/>
                </a:solidFill>
                <a:latin typeface="Arial"/>
              </a:rPr>
              <a:t> Freeze lands at −0.0233, statistically the same as the no-preservation control (−0.0222). A 2-epoch delay postpones the damage rather than preventing it. Final ranking: </a:t>
            </a:r>
            <a:r>
              <a:rPr sz="1400" b="1">
                <a:solidFill>
                  <a:srgbClr val="1A1A1A"/>
                </a:solidFill>
                <a:latin typeface="Arial"/>
              </a:rPr>
              <a:t>KD &gt; encoder-LR &gt; freeze = control</a:t>
            </a:r>
            <a:r>
              <a:rPr sz="1400" b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Window re-centring: falsified before launch</a:t>
            </a:r>
            <a:r>
              <a:rPr sz="1400" b="0">
                <a:solidFill>
                  <a:srgbClr val="1A1A1A"/>
                </a:solidFill>
                <a:latin typeface="Arial"/>
              </a:rPr>
              <a:t> — the eval already centres on the midpoint, and the 1 Mb reach ceiling is saturated (≤1 additional positive).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Five pretraining-objective variants have now landed in the noise floor (JEPA, Poisson-Multinomial, sMLM, and two resolution rungs). New objective proposals should have to argue against that prior.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The recipe,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Stage-A — per-layer distillation.</a:t>
            </a:r>
            <a:r>
              <a:rPr sz="1500" b="0">
                <a:solidFill>
                  <a:srgbClr val="1A1A1A"/>
                </a:solidFill>
                <a:latin typeface="Arial"/>
              </a:rPr>
              <a:t> Match all 9 AG tower layers with z-MSE2 (structure-only). 12 epochs; converged (decelerates to 1-3%/epoch by ep11). This alone already matches AG on short-range probes.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Stage-B — signal fine-tune WITH preservation.</a:t>
            </a:r>
            <a:r>
              <a:rPr sz="1500" b="0">
                <a:solidFill>
                  <a:srgbClr val="1A1A1A"/>
                </a:solidFill>
                <a:latin typeface="Arial"/>
              </a:rPr>
              <a:t> main.py --ver 2 on 6,941 BigWigs (500-track subsample per batch), plus </a:t>
            </a:r>
            <a:r>
              <a:rPr sz="1500" b="1">
                <a:solidFill>
                  <a:srgbClr val="1A1A1A"/>
                </a:solidFill>
                <a:latin typeface="Arial"/>
              </a:rPr>
              <a:t>--kd --kd_anchor zmse2 --kd_weight 5.0 --kd_anneal_steps 2000</a:t>
            </a:r>
            <a:r>
              <a:rPr sz="1500" b="0">
                <a:solidFill>
                  <a:srgbClr val="1A1A1A"/>
                </a:solidFill>
                <a:latin typeface="Arial"/>
              </a:rPr>
              <a:t> against the frozen AG teacher. KD ends up ~2.5% of the loss.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Select the checkpoint on a PROBE, not on signal val r.</a:t>
            </a:r>
            <a:r>
              <a:rPr sz="1500" b="0">
                <a:solidFill>
                  <a:srgbClr val="1A1A1A"/>
                </a:solidFill>
                <a:latin typeface="Arial"/>
              </a:rPr>
              <a:t> ep6 beats ep12 on all five probe tasks; the trade is −0.0117 val r for +0.0058 mean downstream AUROC.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What NOT to do: do not freeze the encoder (= no preservation at all); do not use z-MSE as the anchor (charges for scale the probes cannot see); do not extend Stage-B for downstream quality (more epochs make it worse).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Infrastructure that made it possible: mid-epoch resume + atomic checkpointing, freeze-via-LR-gate (DDP static_graph fix), self-extending 6 h HPC chains, fp16 signal caches (2x less dataloading I/O).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1. Variant effect is the biggest remaining gap</a:t>
            </a:r>
            <a:r>
              <a:rPr sz="1400" b="0">
                <a:solidFill>
                  <a:srgbClr val="1A1A1A"/>
                </a:solidFill>
                <a:latin typeface="Arial"/>
              </a:rPr>
              <a:t> (−16% caQTL, −22% bQTL) and the only family without a confirmed lever. Variant-aware KD reports at ep12 against a pre-registered rule. If it fails, the next idea is distilling the </a:t>
            </a:r>
            <a:r>
              <a:rPr sz="1400" b="1">
                <a:solidFill>
                  <a:srgbClr val="1A1A1A"/>
                </a:solidFill>
                <a:latin typeface="Arial"/>
              </a:rPr>
              <a:t>delta</a:t>
            </a:r>
            <a:r>
              <a:rPr sz="1400" b="0">
                <a:solidFill>
                  <a:srgbClr val="1A1A1A"/>
                </a:solidFill>
                <a:latin typeface="Arial"/>
              </a:rPr>
              <a:t> itself — matching our REF-minus-ALT difference to AG's, since VEP is a delta task and AG's deltas demonstrably carry signal ours lack.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2. Long-range perturbation (−4 to −7%)</a:t>
            </a:r>
            <a:r>
              <a:rPr sz="1400" b="0">
                <a:solidFill>
                  <a:srgbClr val="1A1A1A"/>
                </a:solidFill>
                <a:latin typeface="Arial"/>
              </a:rPr>
              <a:t> is the second gap. Running now: a context-occlusion sweep on BOTH our student and AG — shuffle everything outside a centred radius and watch accuracy fall. If AG's curve reaches further than ours, the long-range gap has a concrete mechanism and a target; if both go flat together, that direction closes too.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3. Finer resolution (32 bp).</a:t>
            </a:r>
          </a:p>
          <a:p>
            <a:pPr lvl="1">
              <a:spcAft>
                <a:spcPts val="1000"/>
              </a:spcAft>
            </a:pPr>
            <a:r>
              <a:rPr sz="1300" b="0">
                <a:solidFill>
                  <a:srgbClr val="777777"/>
                </a:solidFill>
                <a:latin typeface="Arial"/>
              </a:rPr>
              <a:t>32 bp + KD is training; the decisive matched-epoch comparison against the 128 bp arm lands at ep12. Nothing is claimable before then — the only currently available comparator is confounded (different epoch AND different selection rule).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4. Closed this period:</a:t>
            </a:r>
            <a:r>
              <a:rPr sz="1400" b="0">
                <a:solidFill>
                  <a:srgbClr val="1A1A1A"/>
                </a:solidFill>
                <a:latin typeface="Arial"/>
              </a:rPr>
              <a:t> 4 Mb long context (negative, measured), encoder freezing (negative), window re-centring (falsified), and the preservation sweep itself (KD wins).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5. Open question for discussion:</a:t>
            </a:r>
            <a:r>
              <a:rPr sz="1400" b="0">
                <a:solidFill>
                  <a:srgbClr val="1A1A1A"/>
                </a:solidFill>
                <a:latin typeface="Arial"/>
              </a:rPr>
              <a:t> is variant effect worth chasing further, or is the story 'AG-quality signal and short-range performance at 4x the speed, with context AG cannot reach', with variant effect noted as future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